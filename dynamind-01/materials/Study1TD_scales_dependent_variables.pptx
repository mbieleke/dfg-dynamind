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1729" userDrawn="1">
          <p15:clr>
            <a:srgbClr val="A4A3A4"/>
          </p15:clr>
        </p15:guide>
        <p15:guide id="5" orient="horz" pos="2636" userDrawn="1">
          <p15:clr>
            <a:srgbClr val="A4A3A4"/>
          </p15:clr>
        </p15:guide>
        <p15:guide id="6" orient="horz" pos="2863" userDrawn="1">
          <p15:clr>
            <a:srgbClr val="A4A3A4"/>
          </p15:clr>
        </p15:guide>
        <p15:guide id="7" orient="horz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FF622-F722-EAFE-4406-F895DD0B5A0A}" v="28" dt="2026-05-27T15:12:01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550"/>
        <p:guide pos="3727"/>
        <p:guide orient="horz" pos="845"/>
        <p:guide orient="horz" pos="1729"/>
        <p:guide orient="horz" pos="2636"/>
        <p:guide orient="horz" pos="2863"/>
        <p:guide orient="horz"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h Dominguez-Nagel" userId="S::noah.dominguez-nagel@uni-konstanz.de::67862022-f326-4e7b-910b-a25ef5c6274a" providerId="AD" clId="Web-{41EFF622-F722-EAFE-4406-F895DD0B5A0A}"/>
    <pc:docChg chg="modSld">
      <pc:chgData name="Noah Dominguez-Nagel" userId="S::noah.dominguez-nagel@uni-konstanz.de::67862022-f326-4e7b-910b-a25ef5c6274a" providerId="AD" clId="Web-{41EFF622-F722-EAFE-4406-F895DD0B5A0A}" dt="2026-05-27T15:12:01.918" v="27" actId="20577"/>
      <pc:docMkLst>
        <pc:docMk/>
      </pc:docMkLst>
      <pc:sldChg chg="modSp">
        <pc:chgData name="Noah Dominguez-Nagel" userId="S::noah.dominguez-nagel@uni-konstanz.de::67862022-f326-4e7b-910b-a25ef5c6274a" providerId="AD" clId="Web-{41EFF622-F722-EAFE-4406-F895DD0B5A0A}" dt="2026-05-27T15:12:01.918" v="27" actId="20577"/>
        <pc:sldMkLst>
          <pc:docMk/>
          <pc:sldMk cId="534591298" sldId="264"/>
        </pc:sldMkLst>
        <pc:spChg chg="mod">
          <ac:chgData name="Noah Dominguez-Nagel" userId="S::noah.dominguez-nagel@uni-konstanz.de::67862022-f326-4e7b-910b-a25ef5c6274a" providerId="AD" clId="Web-{41EFF622-F722-EAFE-4406-F895DD0B5A0A}" dt="2026-05-27T15:11:55.606" v="26" actId="20577"/>
          <ac:spMkLst>
            <pc:docMk/>
            <pc:sldMk cId="534591298" sldId="264"/>
            <ac:spMk id="5" creationId="{FD797975-F0CA-2A77-DF7E-40BDC656C1A3}"/>
          </ac:spMkLst>
        </pc:spChg>
        <pc:spChg chg="mod">
          <ac:chgData name="Noah Dominguez-Nagel" userId="S::noah.dominguez-nagel@uni-konstanz.de::67862022-f326-4e7b-910b-a25ef5c6274a" providerId="AD" clId="Web-{41EFF622-F722-EAFE-4406-F895DD0B5A0A}" dt="2026-05-27T15:12:01.918" v="27" actId="20577"/>
          <ac:spMkLst>
            <pc:docMk/>
            <pc:sldMk cId="534591298" sldId="264"/>
            <ac:spMk id="11" creationId="{99359EDE-D38D-043B-5526-DDB06938BF5A}"/>
          </ac:spMkLst>
        </pc:spChg>
        <pc:spChg chg="mod">
          <ac:chgData name="Noah Dominguez-Nagel" userId="S::noah.dominguez-nagel@uni-konstanz.de::67862022-f326-4e7b-910b-a25ef5c6274a" providerId="AD" clId="Web-{41EFF622-F722-EAFE-4406-F895DD0B5A0A}" dt="2026-05-27T15:11:47.762" v="24" actId="20577"/>
          <ac:spMkLst>
            <pc:docMk/>
            <pc:sldMk cId="534591298" sldId="264"/>
            <ac:spMk id="17" creationId="{73B7F46C-8408-C018-FE3C-E7103C388346}"/>
          </ac:spMkLst>
        </pc:spChg>
      </pc:sldChg>
    </pc:docChg>
  </pc:docChgLst>
  <pc:docChgLst>
    <pc:chgData name="Noah Dominguez-Nagel" userId="1ef0a821e95009a8" providerId="LiveId" clId="{978A1EBA-659E-4F91-9669-B25BC6679756}"/>
    <pc:docChg chg="undo custSel delSld modSld">
      <pc:chgData name="Noah Dominguez-Nagel" userId="1ef0a821e95009a8" providerId="LiveId" clId="{978A1EBA-659E-4F91-9669-B25BC6679756}" dt="2026-05-24T11:02:07.928" v="1605" actId="269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A4A85-3F0A-D6E8-4E87-7B4D3C6BA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53F9C6-2C1A-1EFC-2A39-6025597B9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87864B-D61F-2694-EAC7-6714C03C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B6F97A-9BFC-8B97-3B7F-F7231094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063B7-B9D5-8093-50B3-F281ADC6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9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1B86A-3E4D-28D8-9058-752A8282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90AB6A-E9B2-2CC3-C8B5-B67EBEF8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F937BA-899F-0B78-97C7-A86E0ACAA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91CBFE-47B2-2A47-CD93-92785E3B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26930D-9D2E-7AEA-5254-04BFAB3D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2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CC2B9-FFB7-2A02-B43E-D0DB8EA3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7C6A42-9DC6-B2FB-5885-2267333C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F8523A-F576-048E-C8E4-02D3E135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B3561C-B376-0AEE-E49A-875471FA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6B1555-C3F1-E28F-4134-27CB180B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0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F75F1-023B-9279-F046-1943CBC0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14796B-59F7-8314-BB58-E522430A3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8C5823-680C-1CCE-869D-AFF001B50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2712A0-F72C-D974-B7C4-EDD2FD6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C0C475-B3E4-7202-01D3-76DC416E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BCA986-AEFA-8BE2-CF1B-02CDCC9E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77FD39-6023-D9F3-E487-BC19FC0C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601C30-19F1-965B-E72D-E15EECC64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DA399-86DB-DE46-658C-1F130A753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26DFE9-CD99-28C0-954F-7E2223E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B3269E-0756-4E75-9DDB-4F17ED69E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B84AC1E-0314-6146-DBF3-BE106C11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030ABD-0856-5611-60CA-369029FE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E05B332-858E-EC95-7B33-F280C791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6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6C246-9FA3-BB8F-10A1-B1219C6F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90CD580-F756-95FB-27DB-2B7BB059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9D0A0B-DB43-9245-F0BB-9EAA457A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74A3B6-58E6-44D9-3F1D-4E5F69C8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2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8189B8-B38D-707D-F9D1-51DD888B2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90C40C-B126-4519-0877-014A6623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83F559-0B52-AE9C-13B6-C0F11A56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7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9E7A75-665F-D900-2F46-4F9D8578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DC48CF-9BB4-178D-BDF6-E0E389655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6080EF2-9565-E0B1-A5FA-D44292C6E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20C7E1-4604-7FDD-CC45-FD739B8C4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D5043-99EE-FFD6-D7AC-8C92203B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3144CB-779C-C16D-3BDE-04DECF21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3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03810E-282E-D926-CB7B-82030940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F42DE0-20C0-AC24-9C02-9A370A7F3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01A499-57A9-111C-95E9-B847354EB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64275A-16F2-CA69-CDA5-F4D9123F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32F07E-BB61-8357-5E38-F108926A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EDFB32-2CE8-DF07-DD0D-E0507A34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6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37168-5356-0C74-8D55-A3AD8C25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5708E4-A378-68F2-54FB-FCC9FBC3F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9B1D94-38E8-964C-81FF-8DD9EB28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59CA5B-0B65-22D7-30EB-3BC8E5EDF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4FCFC0-DFD6-AEF6-BFC2-4A5902BD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8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78E6A7-BD68-D65C-6420-6EF2979F45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C2A5DB9-1E1E-7881-7450-E606D1174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A91750-851A-FAA6-5292-61D435B1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C5CD89-53D3-DFED-8FA7-A60019F7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7F9356-0487-E12D-0730-CB018B1B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24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6DB896-9BEA-8C75-4FB6-04464C33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CC628B-3AB5-95AE-9450-7B14D23FB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4284B8-B937-0239-D980-46386FF94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3A6D4-1C42-4F86-8A04-267A7EA82CE6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B8B57B-59B6-86C4-62FE-9AA324521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ECB557-D13F-CEDF-0B40-AC5D062ED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5F284-498C-4206-B39F-8AA6E3B5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0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D684-7901-9C3B-A8C9-B5D13884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D82520B-4BD4-B200-9AE4-A7031A0D3267}"/>
              </a:ext>
            </a:extLst>
          </p:cNvPr>
          <p:cNvSpPr txBox="1"/>
          <p:nvPr/>
        </p:nvSpPr>
        <p:spPr>
          <a:xfrm>
            <a:off x="353643" y="3438144"/>
            <a:ext cx="48002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Körperliche Anstrengung</a:t>
            </a:r>
            <a:endParaRPr lang="en-US" sz="3200" b="1" dirty="0"/>
          </a:p>
          <a:p>
            <a:endParaRPr lang="en-US" sz="3200" b="1" dirty="0"/>
          </a:p>
          <a:p>
            <a:endParaRPr lang="en-US" sz="32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E895689-3315-DCE3-2B1F-87890AC847A0}"/>
              </a:ext>
            </a:extLst>
          </p:cNvPr>
          <p:cNvSpPr txBox="1"/>
          <p:nvPr/>
        </p:nvSpPr>
        <p:spPr>
          <a:xfrm>
            <a:off x="489572" y="3976753"/>
            <a:ext cx="87791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i="1" dirty="0"/>
              <a:t>Wie körperlich anstrengend hat sich dieser Durchgang angefühlt?</a:t>
            </a:r>
            <a:endParaRPr lang="en-US" sz="2400" i="1" dirty="0"/>
          </a:p>
          <a:p>
            <a:endParaRPr lang="en-US" sz="2400" dirty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30E61665-FEB0-2F8B-2FEC-10078E36CE5E}"/>
              </a:ext>
            </a:extLst>
          </p:cNvPr>
          <p:cNvGrpSpPr/>
          <p:nvPr/>
        </p:nvGrpSpPr>
        <p:grpSpPr>
          <a:xfrm>
            <a:off x="353643" y="4511886"/>
            <a:ext cx="11484715" cy="1013010"/>
            <a:chOff x="174235" y="4722198"/>
            <a:chExt cx="11484715" cy="1013010"/>
          </a:xfrm>
          <a:solidFill>
            <a:srgbClr val="00B0F0"/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FD797975-F0CA-2A77-DF7E-40BDC656C1A3}"/>
                </a:ext>
              </a:extLst>
            </p:cNvPr>
            <p:cNvSpPr/>
            <p:nvPr/>
          </p:nvSpPr>
          <p:spPr>
            <a:xfrm>
              <a:off x="10412058" y="4722198"/>
              <a:ext cx="1246892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dirty="0"/>
                <a:t>10</a:t>
              </a:r>
            </a:p>
            <a:p>
              <a:pPr algn="ctr"/>
              <a:r>
                <a:rPr lang="de-DE"/>
                <a:t>maximal</a:t>
              </a:r>
              <a:endParaRPr lang="de-DE" dirty="0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4ACAE5D-A860-35D5-37A8-C57C45386BAC}"/>
                </a:ext>
              </a:extLst>
            </p:cNvPr>
            <p:cNvSpPr/>
            <p:nvPr/>
          </p:nvSpPr>
          <p:spPr>
            <a:xfrm>
              <a:off x="6316927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6</a:t>
              </a:r>
            </a:p>
            <a:p>
              <a:pPr algn="ctr"/>
              <a:endParaRPr lang="de-DE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CBFD1C45-D531-EC9D-41F8-2DC84FF0738C}"/>
                </a:ext>
              </a:extLst>
            </p:cNvPr>
            <p:cNvSpPr/>
            <p:nvPr/>
          </p:nvSpPr>
          <p:spPr>
            <a:xfrm>
              <a:off x="7340709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7</a:t>
              </a:r>
            </a:p>
            <a:p>
              <a:pPr algn="ctr"/>
              <a:endParaRPr lang="de-DE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AA684DEC-1597-D97F-399B-0E1C678F46EE}"/>
                </a:ext>
              </a:extLst>
            </p:cNvPr>
            <p:cNvSpPr/>
            <p:nvPr/>
          </p:nvSpPr>
          <p:spPr>
            <a:xfrm>
              <a:off x="8364491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8</a:t>
              </a:r>
            </a:p>
            <a:p>
              <a:pPr algn="ctr"/>
              <a:endParaRPr lang="de-DE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3B77FA49-3BE6-9227-FD68-13628480720C}"/>
                </a:ext>
              </a:extLst>
            </p:cNvPr>
            <p:cNvSpPr/>
            <p:nvPr/>
          </p:nvSpPr>
          <p:spPr>
            <a:xfrm>
              <a:off x="4269363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4</a:t>
              </a:r>
            </a:p>
            <a:p>
              <a:pPr algn="ctr"/>
              <a:endParaRPr lang="de-DE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76A591A8-8BA0-9C6F-DF4E-29FD8CD43BF4}"/>
                </a:ext>
              </a:extLst>
            </p:cNvPr>
            <p:cNvSpPr/>
            <p:nvPr/>
          </p:nvSpPr>
          <p:spPr>
            <a:xfrm>
              <a:off x="5293145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5</a:t>
              </a:r>
            </a:p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9359EDE-D38D-043B-5526-DDB06938BF5A}"/>
                </a:ext>
              </a:extLst>
            </p:cNvPr>
            <p:cNvSpPr/>
            <p:nvPr/>
          </p:nvSpPr>
          <p:spPr>
            <a:xfrm>
              <a:off x="174235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dirty="0"/>
                <a:t>0</a:t>
              </a:r>
            </a:p>
            <a:p>
              <a:pPr algn="ctr"/>
              <a:r>
                <a:rPr lang="de-DE"/>
                <a:t>gar </a:t>
              </a:r>
              <a:r>
                <a:rPr lang="de-DE" err="1"/>
                <a:t>nich</a:t>
              </a:r>
              <a:r>
                <a:rPr lang="de-DE" dirty="0"/>
                <a:t>t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871A1E3-97AA-CFA2-2467-525FFD6553A3}"/>
                </a:ext>
              </a:extLst>
            </p:cNvPr>
            <p:cNvSpPr/>
            <p:nvPr/>
          </p:nvSpPr>
          <p:spPr>
            <a:xfrm>
              <a:off x="1198017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</a:t>
              </a:r>
            </a:p>
            <a:p>
              <a:pPr algn="ctr"/>
              <a:endParaRPr lang="de-DE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AC90419-E2ED-C8B8-4467-82C04E57A29F}"/>
                </a:ext>
              </a:extLst>
            </p:cNvPr>
            <p:cNvSpPr/>
            <p:nvPr/>
          </p:nvSpPr>
          <p:spPr>
            <a:xfrm>
              <a:off x="2221799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2</a:t>
              </a:r>
            </a:p>
            <a:p>
              <a:pPr algn="ctr"/>
              <a:endParaRPr lang="de-DE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D70AC7C9-7C6E-3AC7-5A52-672871AC5335}"/>
                </a:ext>
              </a:extLst>
            </p:cNvPr>
            <p:cNvSpPr/>
            <p:nvPr/>
          </p:nvSpPr>
          <p:spPr>
            <a:xfrm>
              <a:off x="3245581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3</a:t>
              </a:r>
            </a:p>
            <a:p>
              <a:pPr algn="ctr"/>
              <a:endParaRPr lang="de-DE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BA17955E-E335-8DB1-4A79-66E3256117E3}"/>
                </a:ext>
              </a:extLst>
            </p:cNvPr>
            <p:cNvSpPr/>
            <p:nvPr/>
          </p:nvSpPr>
          <p:spPr>
            <a:xfrm>
              <a:off x="9388273" y="4722198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9</a:t>
              </a:r>
            </a:p>
            <a:p>
              <a:pPr algn="ctr"/>
              <a:endParaRPr lang="de-DE" dirty="0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FBF0D523-9106-4880-FD10-0045DC31947E}"/>
              </a:ext>
            </a:extLst>
          </p:cNvPr>
          <p:cNvGrpSpPr/>
          <p:nvPr/>
        </p:nvGrpSpPr>
        <p:grpSpPr>
          <a:xfrm>
            <a:off x="337539" y="1633300"/>
            <a:ext cx="11516922" cy="1013010"/>
            <a:chOff x="156183" y="1477852"/>
            <a:chExt cx="11516922" cy="1013010"/>
          </a:xfrm>
          <a:solidFill>
            <a:schemeClr val="accent2"/>
          </a:solidFill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D474DA7-79F0-8BF8-0537-CA8B3B17CC84}"/>
                </a:ext>
              </a:extLst>
            </p:cNvPr>
            <p:cNvSpPr/>
            <p:nvPr/>
          </p:nvSpPr>
          <p:spPr>
            <a:xfrm>
              <a:off x="156183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0</a:t>
              </a:r>
            </a:p>
            <a:p>
              <a:pPr algn="ctr"/>
              <a:r>
                <a:rPr lang="de-DE" dirty="0"/>
                <a:t>gar nicht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3B7F46C-8408-C018-FE3C-E7103C388346}"/>
                </a:ext>
              </a:extLst>
            </p:cNvPr>
            <p:cNvSpPr/>
            <p:nvPr/>
          </p:nvSpPr>
          <p:spPr>
            <a:xfrm>
              <a:off x="10443278" y="1477852"/>
              <a:ext cx="1229827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de-DE" b="1" dirty="0"/>
                <a:t>10</a:t>
              </a:r>
            </a:p>
            <a:p>
              <a:pPr algn="ctr"/>
              <a:r>
                <a:rPr lang="de-DE"/>
                <a:t>maximal</a:t>
              </a:r>
              <a:endParaRPr lang="de-DE" dirty="0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4E48E14-6085-AC76-54B9-1F16881870F0}"/>
                </a:ext>
              </a:extLst>
            </p:cNvPr>
            <p:cNvSpPr/>
            <p:nvPr/>
          </p:nvSpPr>
          <p:spPr>
            <a:xfrm>
              <a:off x="1184893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</a:t>
              </a:r>
            </a:p>
            <a:p>
              <a:pPr algn="ctr"/>
              <a:endParaRPr lang="de-DE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B01A0822-7EB6-88BA-14C4-BA8981E5871B}"/>
                </a:ext>
              </a:extLst>
            </p:cNvPr>
            <p:cNvSpPr/>
            <p:nvPr/>
          </p:nvSpPr>
          <p:spPr>
            <a:xfrm>
              <a:off x="2213603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2</a:t>
              </a:r>
            </a:p>
            <a:p>
              <a:pPr algn="ctr"/>
              <a:endParaRPr lang="de-DE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FF1C8976-0F6A-EAE4-CBE6-999D45197B13}"/>
                </a:ext>
              </a:extLst>
            </p:cNvPr>
            <p:cNvSpPr/>
            <p:nvPr/>
          </p:nvSpPr>
          <p:spPr>
            <a:xfrm>
              <a:off x="6328439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6</a:t>
              </a:r>
            </a:p>
            <a:p>
              <a:pPr algn="ctr"/>
              <a:endParaRPr lang="de-DE" dirty="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BB77B6B1-3E4C-7B3A-7B0E-FE3F9B6AD6B8}"/>
                </a:ext>
              </a:extLst>
            </p:cNvPr>
            <p:cNvSpPr/>
            <p:nvPr/>
          </p:nvSpPr>
          <p:spPr>
            <a:xfrm>
              <a:off x="7357148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7</a:t>
              </a:r>
            </a:p>
            <a:p>
              <a:pPr algn="ctr"/>
              <a:endParaRPr lang="de-DE" dirty="0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A64DA102-759B-E195-EC2F-0C7956ED695A}"/>
                </a:ext>
              </a:extLst>
            </p:cNvPr>
            <p:cNvSpPr/>
            <p:nvPr/>
          </p:nvSpPr>
          <p:spPr>
            <a:xfrm>
              <a:off x="8385857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8</a:t>
              </a:r>
            </a:p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F216C74-2BB0-1E89-1006-80461435BC57}"/>
                </a:ext>
              </a:extLst>
            </p:cNvPr>
            <p:cNvSpPr/>
            <p:nvPr/>
          </p:nvSpPr>
          <p:spPr>
            <a:xfrm>
              <a:off x="4271021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4</a:t>
              </a:r>
            </a:p>
            <a:p>
              <a:pPr algn="ctr"/>
              <a:endParaRPr lang="de-DE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3686B170-623B-8548-C511-D9BDCE1ECAB5}"/>
                </a:ext>
              </a:extLst>
            </p:cNvPr>
            <p:cNvSpPr/>
            <p:nvPr/>
          </p:nvSpPr>
          <p:spPr>
            <a:xfrm>
              <a:off x="5299730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5</a:t>
              </a:r>
            </a:p>
            <a:p>
              <a:pPr algn="ctr"/>
              <a:endParaRPr lang="de-DE" dirty="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A0DC63FB-FE5F-D534-BE4E-808B643F65D9}"/>
                </a:ext>
              </a:extLst>
            </p:cNvPr>
            <p:cNvSpPr/>
            <p:nvPr/>
          </p:nvSpPr>
          <p:spPr>
            <a:xfrm>
              <a:off x="3242312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3</a:t>
              </a:r>
            </a:p>
            <a:p>
              <a:pPr algn="ctr"/>
              <a:endParaRPr lang="de-DE" dirty="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EB1377E-B0DC-937F-1D45-1F227C3BBC03}"/>
                </a:ext>
              </a:extLst>
            </p:cNvPr>
            <p:cNvSpPr/>
            <p:nvPr/>
          </p:nvSpPr>
          <p:spPr>
            <a:xfrm>
              <a:off x="9414566" y="1477852"/>
              <a:ext cx="1030078" cy="101301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9</a:t>
              </a:r>
            </a:p>
            <a:p>
              <a:pPr algn="ctr"/>
              <a:endParaRPr lang="de-DE" dirty="0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0933E486-3D07-72B6-5A06-B08618CEA6FE}"/>
              </a:ext>
            </a:extLst>
          </p:cNvPr>
          <p:cNvSpPr txBox="1"/>
          <p:nvPr/>
        </p:nvSpPr>
        <p:spPr>
          <a:xfrm>
            <a:off x="313506" y="561858"/>
            <a:ext cx="43442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Kognitive Anstrengung</a:t>
            </a:r>
            <a:endParaRPr lang="en-US" sz="3200" b="1" dirty="0"/>
          </a:p>
          <a:p>
            <a:endParaRPr lang="en-US" sz="3200" b="1" dirty="0"/>
          </a:p>
          <a:p>
            <a:endParaRPr lang="en-US" sz="32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52B29EB-B65A-554D-83F4-02CF8FBDCED7}"/>
              </a:ext>
            </a:extLst>
          </p:cNvPr>
          <p:cNvSpPr txBox="1"/>
          <p:nvPr/>
        </p:nvSpPr>
        <p:spPr>
          <a:xfrm>
            <a:off x="458026" y="1100467"/>
            <a:ext cx="8448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i="1" dirty="0"/>
              <a:t>Wie kognitiv anstrengend hat sich dieser Durchgang angefühlt?</a:t>
            </a:r>
            <a:endParaRPr lang="en-US" sz="2400" i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3459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93F517E-DD92-AC01-A55F-6FD672B7AE2D}"/>
              </a:ext>
            </a:extLst>
          </p:cNvPr>
          <p:cNvSpPr txBox="1"/>
          <p:nvPr/>
        </p:nvSpPr>
        <p:spPr>
          <a:xfrm>
            <a:off x="353643" y="3438144"/>
            <a:ext cx="35746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Zeitwahrnehmung</a:t>
            </a:r>
            <a:endParaRPr lang="en-US" sz="3200" b="1" dirty="0"/>
          </a:p>
          <a:p>
            <a:endParaRPr lang="en-US" sz="32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B3B6CC6-9A65-769F-475A-51122A43497A}"/>
              </a:ext>
            </a:extLst>
          </p:cNvPr>
          <p:cNvSpPr txBox="1"/>
          <p:nvPr/>
        </p:nvSpPr>
        <p:spPr>
          <a:xfrm>
            <a:off x="489572" y="3976753"/>
            <a:ext cx="75018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Wie </a:t>
            </a:r>
            <a:r>
              <a:rPr lang="en-US" sz="2400" i="1" dirty="0" err="1"/>
              <a:t>lange</a:t>
            </a:r>
            <a:r>
              <a:rPr lang="en-US" sz="2400" i="1" dirty="0"/>
              <a:t> hat </a:t>
            </a:r>
            <a:r>
              <a:rPr lang="en-US" sz="2400" i="1" dirty="0" err="1"/>
              <a:t>sich</a:t>
            </a:r>
            <a:r>
              <a:rPr lang="en-US" sz="2400" i="1" dirty="0"/>
              <a:t> </a:t>
            </a:r>
            <a:r>
              <a:rPr lang="en-US" sz="2400" i="1" dirty="0" err="1"/>
              <a:t>dieser</a:t>
            </a:r>
            <a:r>
              <a:rPr lang="en-US" sz="2400" i="1" dirty="0"/>
              <a:t> </a:t>
            </a:r>
            <a:r>
              <a:rPr lang="en-US" sz="2400" i="1" dirty="0" err="1"/>
              <a:t>Durchgang</a:t>
            </a:r>
            <a:r>
              <a:rPr lang="en-US" sz="2400" i="1" dirty="0"/>
              <a:t> für dich </a:t>
            </a:r>
            <a:r>
              <a:rPr lang="en-US" sz="2400" i="1" dirty="0" err="1"/>
              <a:t>angefühlt</a:t>
            </a:r>
            <a:r>
              <a:rPr lang="en-US" sz="2400" i="1" dirty="0"/>
              <a:t>?</a:t>
            </a:r>
          </a:p>
          <a:p>
            <a:endParaRPr lang="en-US" sz="2400" dirty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EFC7E685-6730-CCA5-7029-7728FF4AE6E8}"/>
              </a:ext>
            </a:extLst>
          </p:cNvPr>
          <p:cNvGrpSpPr/>
          <p:nvPr/>
        </p:nvGrpSpPr>
        <p:grpSpPr>
          <a:xfrm>
            <a:off x="353643" y="4511886"/>
            <a:ext cx="11484715" cy="1013010"/>
            <a:chOff x="174235" y="4722198"/>
            <a:chExt cx="11484715" cy="101301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AC62F9D5-5910-969C-247B-2B63256FFC34}"/>
                </a:ext>
              </a:extLst>
            </p:cNvPr>
            <p:cNvSpPr/>
            <p:nvPr/>
          </p:nvSpPr>
          <p:spPr>
            <a:xfrm>
              <a:off x="10412058" y="4722198"/>
              <a:ext cx="1246892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10</a:t>
              </a:r>
            </a:p>
            <a:p>
              <a:pPr algn="ctr"/>
              <a:r>
                <a:rPr lang="de-DE" dirty="0"/>
                <a:t>sehr lange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28F716F-9325-4CB3-71EA-42F678A14163}"/>
                </a:ext>
              </a:extLst>
            </p:cNvPr>
            <p:cNvSpPr/>
            <p:nvPr/>
          </p:nvSpPr>
          <p:spPr>
            <a:xfrm>
              <a:off x="6316927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6</a:t>
              </a:r>
            </a:p>
            <a:p>
              <a:pPr algn="ctr"/>
              <a:endParaRPr lang="de-DE" dirty="0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A28FF8B-6182-CD89-0326-E3C4000ADBF4}"/>
                </a:ext>
              </a:extLst>
            </p:cNvPr>
            <p:cNvSpPr/>
            <p:nvPr/>
          </p:nvSpPr>
          <p:spPr>
            <a:xfrm>
              <a:off x="7340709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7</a:t>
              </a:r>
            </a:p>
            <a:p>
              <a:pPr algn="ctr"/>
              <a:endParaRPr lang="de-DE" dirty="0"/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DCFCA95-C2DE-0F47-A0D1-42866967FE88}"/>
                </a:ext>
              </a:extLst>
            </p:cNvPr>
            <p:cNvSpPr/>
            <p:nvPr/>
          </p:nvSpPr>
          <p:spPr>
            <a:xfrm>
              <a:off x="8364491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8</a:t>
              </a:r>
            </a:p>
            <a:p>
              <a:pPr algn="ctr"/>
              <a:endParaRPr lang="de-DE" dirty="0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75B3E8F3-030C-EB99-6A7D-C6EA497C9F02}"/>
                </a:ext>
              </a:extLst>
            </p:cNvPr>
            <p:cNvSpPr/>
            <p:nvPr/>
          </p:nvSpPr>
          <p:spPr>
            <a:xfrm>
              <a:off x="4269363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4</a:t>
              </a:r>
            </a:p>
            <a:p>
              <a:pPr algn="ctr"/>
              <a:endParaRPr lang="de-DE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3D9214C7-797C-5CC0-E241-AFCCC70BA209}"/>
                </a:ext>
              </a:extLst>
            </p:cNvPr>
            <p:cNvSpPr/>
            <p:nvPr/>
          </p:nvSpPr>
          <p:spPr>
            <a:xfrm>
              <a:off x="5293145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5</a:t>
              </a:r>
            </a:p>
            <a:p>
              <a:pPr algn="ctr"/>
              <a:endParaRPr lang="de-DE" dirty="0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DA3804E-AA4A-D7A6-7B3A-F0AD9113BFF4}"/>
                </a:ext>
              </a:extLst>
            </p:cNvPr>
            <p:cNvSpPr/>
            <p:nvPr/>
          </p:nvSpPr>
          <p:spPr>
            <a:xfrm>
              <a:off x="174235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0</a:t>
              </a:r>
            </a:p>
            <a:p>
              <a:pPr algn="ctr"/>
              <a:r>
                <a:rPr lang="de-DE" dirty="0"/>
                <a:t>sehr schnell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9631BF14-18F6-381D-55C0-B3209EB859A9}"/>
                </a:ext>
              </a:extLst>
            </p:cNvPr>
            <p:cNvSpPr/>
            <p:nvPr/>
          </p:nvSpPr>
          <p:spPr>
            <a:xfrm>
              <a:off x="1198017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</a:t>
              </a:r>
            </a:p>
            <a:p>
              <a:pPr algn="ctr"/>
              <a:endParaRPr lang="de-DE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AE6E17D9-9742-3174-6902-552CC4D99359}"/>
                </a:ext>
              </a:extLst>
            </p:cNvPr>
            <p:cNvSpPr/>
            <p:nvPr/>
          </p:nvSpPr>
          <p:spPr>
            <a:xfrm>
              <a:off x="2221799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2</a:t>
              </a:r>
            </a:p>
            <a:p>
              <a:pPr algn="ctr"/>
              <a:endParaRPr lang="de-DE" dirty="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2CE2C73-4BE3-D1F2-93A3-86D54A623305}"/>
                </a:ext>
              </a:extLst>
            </p:cNvPr>
            <p:cNvSpPr/>
            <p:nvPr/>
          </p:nvSpPr>
          <p:spPr>
            <a:xfrm>
              <a:off x="3245581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3</a:t>
              </a:r>
            </a:p>
            <a:p>
              <a:pPr algn="ctr"/>
              <a:endParaRPr lang="de-DE" dirty="0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DF0A560-FEC2-CEFC-F184-4AD05DEE8921}"/>
                </a:ext>
              </a:extLst>
            </p:cNvPr>
            <p:cNvSpPr/>
            <p:nvPr/>
          </p:nvSpPr>
          <p:spPr>
            <a:xfrm>
              <a:off x="9388273" y="4722198"/>
              <a:ext cx="1030078" cy="101301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9</a:t>
              </a:r>
            </a:p>
            <a:p>
              <a:pPr algn="ctr"/>
              <a:endParaRPr lang="de-DE" dirty="0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1B6DD39B-91CE-745B-B7C1-6CE7F570F58A}"/>
              </a:ext>
            </a:extLst>
          </p:cNvPr>
          <p:cNvGrpSpPr/>
          <p:nvPr/>
        </p:nvGrpSpPr>
        <p:grpSpPr>
          <a:xfrm>
            <a:off x="337539" y="1633300"/>
            <a:ext cx="11516922" cy="1013010"/>
            <a:chOff x="156183" y="1477852"/>
            <a:chExt cx="11516922" cy="1013010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2BE0DD0-8696-1AFC-409C-4358618BC115}"/>
                </a:ext>
              </a:extLst>
            </p:cNvPr>
            <p:cNvSpPr/>
            <p:nvPr/>
          </p:nvSpPr>
          <p:spPr>
            <a:xfrm>
              <a:off x="156183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0</a:t>
              </a:r>
            </a:p>
            <a:p>
              <a:pPr algn="ctr"/>
              <a:r>
                <a:rPr lang="de-DE" dirty="0"/>
                <a:t>gar nicht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4F7018C-B489-265A-A3ED-FB950BC6527A}"/>
                </a:ext>
              </a:extLst>
            </p:cNvPr>
            <p:cNvSpPr/>
            <p:nvPr/>
          </p:nvSpPr>
          <p:spPr>
            <a:xfrm>
              <a:off x="10443278" y="1477852"/>
              <a:ext cx="1229827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10</a:t>
              </a:r>
            </a:p>
            <a:p>
              <a:pPr algn="ctr"/>
              <a:r>
                <a:rPr lang="de-DE" dirty="0"/>
                <a:t>sehr langweilig</a:t>
              </a: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66F7BB47-AA18-E182-DD76-0803E3DF8C4B}"/>
                </a:ext>
              </a:extLst>
            </p:cNvPr>
            <p:cNvSpPr/>
            <p:nvPr/>
          </p:nvSpPr>
          <p:spPr>
            <a:xfrm>
              <a:off x="1184893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1</a:t>
              </a:r>
            </a:p>
            <a:p>
              <a:pPr algn="ctr"/>
              <a:endParaRPr lang="de-DE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494E421-20D7-035C-BE18-B4B6A8B38647}"/>
                </a:ext>
              </a:extLst>
            </p:cNvPr>
            <p:cNvSpPr/>
            <p:nvPr/>
          </p:nvSpPr>
          <p:spPr>
            <a:xfrm>
              <a:off x="2213603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2</a:t>
              </a:r>
            </a:p>
            <a:p>
              <a:pPr algn="ctr"/>
              <a:endParaRPr lang="de-DE" dirty="0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E405585-542C-A958-723F-084C5987EBBA}"/>
                </a:ext>
              </a:extLst>
            </p:cNvPr>
            <p:cNvSpPr/>
            <p:nvPr/>
          </p:nvSpPr>
          <p:spPr>
            <a:xfrm>
              <a:off x="6328439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6</a:t>
              </a:r>
            </a:p>
            <a:p>
              <a:pPr algn="ctr"/>
              <a:endParaRPr lang="de-DE" dirty="0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18D38A09-B7E4-8E2B-15EF-CB9BF2C0A909}"/>
                </a:ext>
              </a:extLst>
            </p:cNvPr>
            <p:cNvSpPr/>
            <p:nvPr/>
          </p:nvSpPr>
          <p:spPr>
            <a:xfrm>
              <a:off x="7357148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7</a:t>
              </a:r>
            </a:p>
            <a:p>
              <a:pPr algn="ctr"/>
              <a:endParaRPr lang="de-DE" dirty="0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FA8A4B8-B8DA-33AC-CC81-00B736E38C22}"/>
                </a:ext>
              </a:extLst>
            </p:cNvPr>
            <p:cNvSpPr/>
            <p:nvPr/>
          </p:nvSpPr>
          <p:spPr>
            <a:xfrm>
              <a:off x="8385857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8</a:t>
              </a:r>
            </a:p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8AA4599-BF13-C74C-D306-F7BF0690AD89}"/>
                </a:ext>
              </a:extLst>
            </p:cNvPr>
            <p:cNvSpPr/>
            <p:nvPr/>
          </p:nvSpPr>
          <p:spPr>
            <a:xfrm>
              <a:off x="4271021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4</a:t>
              </a:r>
            </a:p>
            <a:p>
              <a:pPr algn="ctr"/>
              <a:endParaRPr lang="de-DE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BDA07C4-176D-344A-4689-EEC1DFD0679F}"/>
                </a:ext>
              </a:extLst>
            </p:cNvPr>
            <p:cNvSpPr/>
            <p:nvPr/>
          </p:nvSpPr>
          <p:spPr>
            <a:xfrm>
              <a:off x="5299730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5</a:t>
              </a:r>
            </a:p>
            <a:p>
              <a:pPr algn="ctr"/>
              <a:endParaRPr lang="de-DE" dirty="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7C0DBC96-45B8-BC1B-B1D5-078BA1C72A29}"/>
                </a:ext>
              </a:extLst>
            </p:cNvPr>
            <p:cNvSpPr/>
            <p:nvPr/>
          </p:nvSpPr>
          <p:spPr>
            <a:xfrm>
              <a:off x="3242312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3</a:t>
              </a:r>
            </a:p>
            <a:p>
              <a:pPr algn="ctr"/>
              <a:endParaRPr lang="de-DE" dirty="0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93DC1D9-066E-64B2-6F3D-19CFE61DDBC4}"/>
                </a:ext>
              </a:extLst>
            </p:cNvPr>
            <p:cNvSpPr/>
            <p:nvPr/>
          </p:nvSpPr>
          <p:spPr>
            <a:xfrm>
              <a:off x="9414566" y="1477852"/>
              <a:ext cx="1030078" cy="101301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 dirty="0"/>
                <a:t>9</a:t>
              </a:r>
            </a:p>
            <a:p>
              <a:pPr algn="ctr"/>
              <a:endParaRPr lang="de-DE" dirty="0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2DB67DEB-A255-0152-C0E9-E37C08457F12}"/>
              </a:ext>
            </a:extLst>
          </p:cNvPr>
          <p:cNvSpPr txBox="1"/>
          <p:nvPr/>
        </p:nvSpPr>
        <p:spPr>
          <a:xfrm>
            <a:off x="313506" y="561858"/>
            <a:ext cx="22923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Langeweile</a:t>
            </a:r>
            <a:endParaRPr lang="en-US" sz="3200" b="1" dirty="0"/>
          </a:p>
          <a:p>
            <a:endParaRPr lang="en-US" sz="32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09621FA-A4BA-9B5C-FF92-454160C17571}"/>
              </a:ext>
            </a:extLst>
          </p:cNvPr>
          <p:cNvSpPr txBox="1"/>
          <p:nvPr/>
        </p:nvSpPr>
        <p:spPr>
          <a:xfrm>
            <a:off x="458026" y="1100467"/>
            <a:ext cx="80956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i="1" dirty="0"/>
              <a:t>Wie langweilig hat sich dieser Durchgang für dich angefühlt?</a:t>
            </a:r>
            <a:endParaRPr lang="en-US" sz="2400" i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83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C49D0827D1663469472CACB1CD9E955" ma:contentTypeVersion="8" ma:contentTypeDescription="Ein neues Dokument erstellen." ma:contentTypeScope="" ma:versionID="6581c1da2c40824c07c5e0d239320c26">
  <xsd:schema xmlns:xsd="http://www.w3.org/2001/XMLSchema" xmlns:xs="http://www.w3.org/2001/XMLSchema" xmlns:p="http://schemas.microsoft.com/office/2006/metadata/properties" xmlns:ns2="6ae751fc-7ad5-4de2-a666-88eb614944e4" targetNamespace="http://schemas.microsoft.com/office/2006/metadata/properties" ma:root="true" ma:fieldsID="d90062aa8ac57f3dfc2cddea7f129f94" ns2:_="">
    <xsd:import namespace="6ae751fc-7ad5-4de2-a666-88eb614944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e751fc-7ad5-4de2-a666-88eb614944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8DF85D-A2B5-4073-AC57-CE251FDB7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57650-B355-49D0-9118-7AC439F252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e751fc-7ad5-4de2-a666-88eb614944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F692D4-F902-4A61-975E-9C13223288E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Dominguez-Nagel</dc:creator>
  <cp:lastModifiedBy>Noah Dominguez-Nagel</cp:lastModifiedBy>
  <cp:revision>27</cp:revision>
  <dcterms:created xsi:type="dcterms:W3CDTF">2026-05-22T09:27:55Z</dcterms:created>
  <dcterms:modified xsi:type="dcterms:W3CDTF">2026-05-27T15:12:03Z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0x010100DC49D0827D1663469472CACB1CD9E955</vt:lpwstr>
  </property>
</Properties>
</file>